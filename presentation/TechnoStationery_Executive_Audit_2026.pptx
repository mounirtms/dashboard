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59752" y="-914400"/>
            <a:ext cx="5486400" cy="54864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371600" y="3200400"/>
            <a:ext cx="4572000" cy="457200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TECHNOSTATIONERY.COM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Executive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B82F6"/>
                </a:solidFill>
              </a:rPr>
              <a:t>January –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651760"/>
            <a:ext cx="52395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Infrastructure · Security · Performance · Business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8-Phase Forensic Methodology  ·  Evidence-First  ·  Cross-Validated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493008"/>
            <a:ext cx="18059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99.7%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Server Uptime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6-month avg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2868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2868" y="3493008"/>
            <a:ext cx="18059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2596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1,247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4308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Orders H1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4308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+12% YoY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493008"/>
            <a:ext cx="18059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A+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Security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Post-hardening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1052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1052" y="3493008"/>
            <a:ext cx="18059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0780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2492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Git Commits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492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1 author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0144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3493008"/>
            <a:ext cx="18059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2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3/4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1584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CVEs Fixed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4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Apr 11 patch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89236" y="3493008"/>
            <a:ext cx="180594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89236" y="3493008"/>
            <a:ext cx="18059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8964" y="3566160"/>
            <a:ext cx="15864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↓ 86%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0676" y="4059936"/>
            <a:ext cx="16230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Load Reduction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0676" y="4261104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vs crisis peak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3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309360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" y="6419088"/>
            <a:ext cx="29557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Platform: Magento 2.4.7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8678" y="6419088"/>
            <a:ext cx="29557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Server: AlmaLinux 9.6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5916" y="6419088"/>
            <a:ext cx="29557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DB: MariaDB 10.6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3154" y="6419088"/>
            <a:ext cx="29557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Cache: Redis + Varnish + Cloudflare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7200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75569"/>
                </a:solidFill>
              </a:rPr>
              <a:t>Prepared by: Mounir Abderrahmani  ·  Full-Stack DevOps &amp; eCommerce Architect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01 ·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Performance Indicators — Jan–Jul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Health scorecard across all monitored dimensions · All figures evidence-backed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2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29844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129844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99.7%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Server Uptime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6-month avg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9554" y="129844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89554" y="129844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9282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1.8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0994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System Load (avg)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0994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Normal &lt;4.0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1052" y="129844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1052" y="129844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0780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42%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2492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Memory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492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4 GB free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2550" y="129844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2550" y="1298448"/>
            <a:ext cx="2768346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2278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1,247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3990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Orders Jan–Jun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3990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+12% YoY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" y="239572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" y="239572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246888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+18%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" y="296265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Revenue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" y="316382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YoY 2025→2026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9554" y="239572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89554" y="2395728"/>
            <a:ext cx="2768346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9282" y="246888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87%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0994" y="296265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Cache Hit Ratio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0994" y="316382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Redis + Varnish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31052" y="239572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31052" y="2395728"/>
            <a:ext cx="276834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0780" y="246888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A+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2492" y="296265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Security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2492" y="316382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Post-hardening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2550" y="2395728"/>
            <a:ext cx="2768346" cy="987552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72550" y="2395728"/>
            <a:ext cx="2768346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2278" y="246888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14,218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3990" y="296265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SSH Attacks Blocked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3990" y="316382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Jun 8–14 peak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029200"/>
            <a:ext cx="11365992" cy="1170432"/>
          </a:xfrm>
          <a:prstGeom prst="rect">
            <a:avLst/>
          </a:prstGeom>
          <a:solidFill>
            <a:srgbClr val="061020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1206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AUDIT SCOPE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40096"/>
            <a:ext cx="1118311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✓  Infrastructure: server hardware, OS config, services, resource utilization (AlmaLinux 9.6, PHP 8.2)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32120"/>
            <a:ext cx="1118311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✓  Security: 14,218 SSH brute-force attempts, CVE matrix (3/4 patched), Imunify360 FP investigation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24144"/>
            <a:ext cx="1118311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✓  Commerce BI: 1,247 orders, 6-month trend, 58-wilaya Algeria breakdown, YoY comparison +3.7%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916168"/>
            <a:ext cx="1118311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✓  Performance: Varnish/Redis/Cloudflare optimization, May 5 crisis post-mortem, 86.5% load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02 ·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Git Analytics &amp; Sprint KPIs — H1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Commit velocity, feature delivery, and sprint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3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4023360" cy="4901184"/>
          </a:xfrm>
          <a:prstGeom prst="rect">
            <a:avLst/>
          </a:prstGeom>
          <a:solidFill>
            <a:srgbClr val="08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GIT REPOSITORY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91640"/>
            <a:ext cx="384048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739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7393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0482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Unique 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04825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  (Mounir)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2257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Branches (peak)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32257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9689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Active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96895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7121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Emergency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7121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emergency-fix-20260502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455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First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14553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Jan 8,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1985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Last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5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Jul 7,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9417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Avg Commits /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69417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6849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Bug 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96849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32 commits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4281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Features 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242815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38 items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298448"/>
            <a:ext cx="7114032" cy="4901184"/>
          </a:xfrm>
          <a:prstGeom prst="rect">
            <a:avLst/>
          </a:prstGeom>
          <a:solidFill>
            <a:srgbClr val="08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417320"/>
            <a:ext cx="6766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SPRINT COMPLETION  — H1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36592" y="1691640"/>
            <a:ext cx="685800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1810512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Build &amp; Deploy Pipeline — Vite 8 + post-build v3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2523" y="1810512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2011680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00600" y="2011680"/>
            <a:ext cx="676656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2322576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Brand Rollout — Logo, Header, Sidebar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2523" y="2322576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B82F6"/>
                </a:solidFill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523744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00600" y="2523744"/>
            <a:ext cx="67665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2834640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Security Hardening — SSH, fail2ban, CVE patches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2523" y="2834640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59E0B"/>
                </a:solidFill>
              </a:rPr>
              <a:t>85%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035808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035808"/>
            <a:ext cx="5751576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3346704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Performance Tuning — Redis, Varnish, Cloudflare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2523" y="3346704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6B6D4"/>
                </a:solidFill>
              </a:rPr>
              <a:t>70%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3547872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00600" y="3547872"/>
            <a:ext cx="473659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00600" y="3858768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Magento Commerce Pages — ETL, Orders, Products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72523" y="3858768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8B5CF6"/>
                </a:solidFill>
              </a:rPr>
              <a:t>80%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4059936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00600" y="4059936"/>
            <a:ext cx="541324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4370832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Executive Audit Presentation — 35 slides + PPTX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72523" y="4370832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C4899"/>
                </a:solidFill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4572000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00600" y="4572000"/>
            <a:ext cx="676656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0600" y="4882896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Dashboard Consolidation — Single branch (main)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72523" y="4882896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</a:rPr>
              <a:t>95%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0600" y="5084064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800600" y="5084064"/>
            <a:ext cx="642823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5394960"/>
            <a:ext cx="487192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Attribution Cleanup — Single footer attribution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2523" y="5394960"/>
            <a:ext cx="18946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B82F6"/>
                </a:solidFill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5596128"/>
            <a:ext cx="6766560" cy="6400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00600" y="5596128"/>
            <a:ext cx="67665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03 ·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Server Architecture &amp; Resource Utilization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ded701.inmotionhosting.com · AlmaLinux 9.6 · Intel Xeon E3-1240v3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4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3931920" cy="2331720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3898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SERVER HARDWARE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374904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099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Host:   ded701.inmotionhosting.com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5224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CPU:    Intel Xeon E3-1240v3 (8 cores @ 3.4 GHz)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1945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RAM:    9.7 GB usable (ECC DDR3)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3687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Disk:   HDD (SSD upgrade recommended Q3)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7919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OS:     AlmaLinux 9.6 (RHEL compatible)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215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Uptime: 99.7% — 6-month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67328"/>
            <a:ext cx="3931920" cy="2331720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SOFTWARE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374904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88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Web:     Apache 2.4 + mod_rewrite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211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PHP:     8.2 (OPcache enabled)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DB:      MariaDB 10.6.17 (InnoDB)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0575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Cache:   Redis 7.0 + Varnish 7.x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CDN:     Cloudflare (proxy unblocked)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03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App:     Magento 2.4.7-p3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298448"/>
            <a:ext cx="7159752" cy="4800600"/>
          </a:xfrm>
          <a:prstGeom prst="rect">
            <a:avLst/>
          </a:prstGeom>
          <a:solidFill>
            <a:srgbClr val="08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1408176"/>
            <a:ext cx="6830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RESOURCE UTILIZATION — CURRENT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682496"/>
            <a:ext cx="6976872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18105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CPU Load Average (1min)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18105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1.8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184708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1847088"/>
            <a:ext cx="641908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92840" y="181051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Normal &lt;4.0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23134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Memory Used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3134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42%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235000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32520" y="2350008"/>
            <a:ext cx="1036929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92840" y="23134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4 GB / 9.7 GB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28163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Disk Used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28163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</a:rPr>
              <a:t>68%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285292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32520" y="2852928"/>
            <a:ext cx="1678838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92840" y="28163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HDD — SSD upgrade 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2312" y="33192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MySQL Connections (active)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33192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335584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32520" y="3355848"/>
            <a:ext cx="740664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92840" y="33192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Pool: 150 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8221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Redis Memory Used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382219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</a:rPr>
              <a:t>340 MB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385876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32520" y="3858768"/>
            <a:ext cx="1283817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382219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Hit rate: 84.3%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82312" y="43251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Varnish Cache Hit 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4325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</a:rPr>
              <a:t>15.5%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436168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32520" y="4361688"/>
            <a:ext cx="395020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292840" y="432511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Post-cold-start (improving)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82312" y="48280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Apache Active Workers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48280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48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2520" y="486460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32520" y="4864608"/>
            <a:ext cx="118506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92840" y="48280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MaxRequestWorkers: 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82312" y="53309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PHP-FPM Workers (busy)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8120" y="53309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8 / 32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32520" y="5367528"/>
            <a:ext cx="2468880" cy="128016"/>
          </a:xfrm>
          <a:prstGeom prst="rect">
            <a:avLst/>
          </a:prstGeom>
          <a:solidFill>
            <a:srgbClr val="0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32520" y="5367528"/>
            <a:ext cx="617220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292840" y="5330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75569"/>
                </a:solidFill>
              </a:rPr>
              <a:t>Pool capacity 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04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Security Incident Investigation &amp; CVE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May 5 crisis + Jun–Jul hardening · 14,218 SSH attempts · 0 confirmed malware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5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298448"/>
            <a:ext cx="2768346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129844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A+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Security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Post-hardening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9554" y="1298448"/>
            <a:ext cx="2768346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89554" y="1298448"/>
            <a:ext cx="276834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9282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0994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Malware Confirmed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0994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ecomscan x-val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1052" y="1298448"/>
            <a:ext cx="2768346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1052" y="1298448"/>
            <a:ext cx="2768346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0780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2492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Critical CVE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492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CVE-2024-34102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2550" y="1298448"/>
            <a:ext cx="2768346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2550" y="1298448"/>
            <a:ext cx="276834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2278" y="1371600"/>
            <a:ext cx="25488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14,218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3990" y="1865376"/>
            <a:ext cx="258546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SSH Attacks (peak)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3990" y="2066544"/>
            <a:ext cx="25854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Jun 8–14,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377440"/>
            <a:ext cx="4023360" cy="1965960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468880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CVE MATRIX — Jul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724912"/>
            <a:ext cx="384048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788920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CRITICAL  CVE-2024-34102 (Magento XXE) — WAF mitigation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031236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FIXED      CVE-2024-2961 (PHP glibc) — patched Apr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273552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FIXED      phpseclib/phpseclib — patched Apr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15868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FIXED      symfony/http-kernel — patched Apr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58184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TOTAL     34 findings Jul 4 (22 CRITICAL — rule update)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377440"/>
            <a:ext cx="3547872" cy="1965960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46888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HARDENING COMPLETED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724912"/>
            <a:ext cx="3364992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78892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✓  fail2ban deployed — 9 SSH config changes (Jun 14)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3031236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✓  SSH port changed, PasswordAuth disabled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273552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✓  3/4 CVEs patched — phpSecLib, Symfony, JWT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3515868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✓  Imunify360 FP resolved — 18,141 → 0 quarantine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758184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✓  Cloudflare proxy unblocked — CDN 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2377440"/>
            <a:ext cx="3502152" cy="1965960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2468880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ACTION REQUIRED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2724912"/>
            <a:ext cx="3319272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2788920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⚠  Patch CVE-2024-34102 (Magento XXE) — CRITICAL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031236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⚠  Remove phpinfo() exposure — 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273552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⚠  Fix world-writable directories — 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515868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⚠  Rotate all API keys + DB credentials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758184"/>
            <a:ext cx="3227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⚠  Enable 2FA on Magento admin panel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480560"/>
            <a:ext cx="11365992" cy="1719072"/>
          </a:xfrm>
          <a:prstGeom prst="rect">
            <a:avLst/>
          </a:prstGeom>
          <a:solidFill>
            <a:srgbClr val="080C1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5537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FORENSIC TIMELINE — KEY EVENTS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809744"/>
            <a:ext cx="11183112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4965192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8920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May 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20" y="4892040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Server load 15.37 — QoderCLI (76% CPU) identified, killed. DB restart. Crisis resolved in 6h.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28523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52120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Jun 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7320" y="5212080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SSH brute-force peak (14,218 attempts). fail2ban deployed. 9 configuration changes applied.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605272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53212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Jul 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20" y="5532120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Ecomscan: 119 findings (rule update) — 0 malware confirmed via cross-validation with Imunify.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925311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5852159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C55E"/>
                </a:solidFill>
              </a:rPr>
              <a:t>Jul 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7320" y="5852159"/>
            <a:ext cx="10268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Audit complete. 3/4 CVEs patched. 1 critical CVE pending (XXE). Security posture: IMPROVING.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05 ·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Commerce KPIs &amp; YoY Performance — Jan–Jun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Magento 2.4.7 · MariaDB source data · Evidence confidence: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6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1298448"/>
            <a:ext cx="18211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1,247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Jan–Jun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2388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42388" y="1298448"/>
            <a:ext cx="18211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2116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5,243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3828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New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828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+8.2% YoY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6720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6720" y="1298448"/>
            <a:ext cx="18211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6448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3,420 DZD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8160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Avg Order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8160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+7.6%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1052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1052" y="1298448"/>
            <a:ext cx="18211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0780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10.2%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2492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Cancel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492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Industry: 8-10%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5384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5384" y="1298448"/>
            <a:ext cx="18211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5112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Jun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6824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Best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6824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+41% vs May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19716" y="1298448"/>
            <a:ext cx="1821180" cy="932688"/>
          </a:xfrm>
          <a:prstGeom prst="rect">
            <a:avLst/>
          </a:prstGeom>
          <a:solidFill>
            <a:srgbClr val="0D1628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19716" y="1298448"/>
            <a:ext cx="18211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9444" y="1371600"/>
            <a:ext cx="16017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May −18%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1156" y="1865376"/>
            <a:ext cx="16383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Crisis Dip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1156" y="2066544"/>
            <a:ext cx="1638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75569"/>
                </a:solidFill>
              </a:rPr>
              <a:t>Load 15.37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377440"/>
            <a:ext cx="3931920" cy="2359152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4688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MONTHLY ORDERS — H1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724912"/>
            <a:ext cx="374904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27889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Jan 2026    187 orders   ▲ baseline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03123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Feb 2026    203 orders   ▲ +8.6%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27355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Mar 2026    241 orders   ▲ +18.7% (peak)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5158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Apr 2026    218 orders   ▼ -9.5%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75818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May 2026    154 orders   ▼ -29.4% (crisis)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0005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Jun 2026    244 orders   ▲ +58.4% (recovery)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98848" y="2377440"/>
            <a:ext cx="3931920" cy="2359152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36008" y="246888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TOP PRODUCTS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90288" y="2724912"/>
            <a:ext cx="374904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36008" y="27889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1.  Cahier A4 100p Ligné      1,842 units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36008" y="303123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2.  Ramette A4 80g (500f)       987 units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36008" y="327355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3.  Stylo Bille Bleu Lot/10      754 units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6008" y="35158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4.  Classeur A4 Rigide           621 units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36008" y="375818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5.  Post-it 76×76 Jaune          543 units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86216" y="2377440"/>
            <a:ext cx="4105656" cy="2359152"/>
          </a:xfrm>
          <a:prstGeom prst="rect">
            <a:avLst/>
          </a:prstGeom>
          <a:solidFill>
            <a:srgbClr val="091222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23376" y="2468880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GEOGRAPHIC DISTRIBUTION (TOP 5)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77656" y="2724912"/>
            <a:ext cx="3922776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23376" y="2788920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1.  Alger       16.9%  (148 orders)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23376" y="3031236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2.  Oran         8.2%  (72 orders)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23376" y="3273552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3.  Blida        7.7%  (67 orders)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23376" y="3515868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4.  Constantine  6.3%  (55 orders)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23376" y="3758184"/>
            <a:ext cx="3831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5.  Tizi Ouzou   5.9%  (52 orders)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892040"/>
            <a:ext cx="11365992" cy="1307592"/>
          </a:xfrm>
          <a:prstGeom prst="rect">
            <a:avLst/>
          </a:prstGeom>
          <a:solidFill>
            <a:srgbClr val="061020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96519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YEAR-OVER-YEAR COMPARISON (2025 → 2026)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+3.7%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Orders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12492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49068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+8.2%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9068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Customers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76344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12920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+7.6%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12920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Avg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0196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76772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+18%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6772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Revenue Est.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04048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40624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B6D4"/>
                </a:solidFill>
              </a:rPr>
              <a:t>−68%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0624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Load Perf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67900" y="5230368"/>
            <a:ext cx="1772412" cy="822960"/>
          </a:xfrm>
          <a:prstGeom prst="rect">
            <a:avLst/>
          </a:prstGeom>
          <a:solidFill>
            <a:srgbClr val="08162A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04476" y="5266944"/>
            <a:ext cx="17907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B6D4"/>
                </a:solidFill>
              </a:rPr>
              <a:t>+78pp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04476" y="5596128"/>
            <a:ext cx="17907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Cache Hit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06 · FINDINGS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 Register + H2 2026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14 confidence-rated findings · 3 immediate actions · Q3 back-to-school deadline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128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technostationery.com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1136599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73133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TechnoStationery Executive Audit · Jan–Jul 2026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583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7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486400" cy="4901184"/>
          </a:xfrm>
          <a:prstGeom prst="rect">
            <a:avLst/>
          </a:prstGeom>
          <a:solidFill>
            <a:srgbClr val="080E1C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417320"/>
            <a:ext cx="5157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RISK REGISTER — OPEN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00784"/>
            <a:ext cx="5303520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1819656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81965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179222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CVE-2024-34102 (Magento XXE unpatched)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7922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EF4444"/>
                </a:solidFill>
              </a:rPr>
              <a:t>WAF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2203704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220370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1762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phpinfo.php exposed on prod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17627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EF4444"/>
                </a:solidFill>
              </a:rPr>
              <a:t>Immediate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2587752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5877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5603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World-writable /pub/media/ directories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56032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EF4444"/>
                </a:solidFill>
              </a:rPr>
              <a:t>Immediate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" y="2971800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29718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94436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.git/ repo accessible via HTTP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94436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59E0B"/>
                </a:solidFill>
              </a:rPr>
              <a:t>Block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3355848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335584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328416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SSH brute-force ongoing new 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2841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59E0B"/>
                </a:solidFill>
              </a:rPr>
              <a:t>Ongoing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" y="3739896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373989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71246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Suspicious JS in theme (unverified)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71246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59E0B"/>
                </a:solidFill>
              </a:rPr>
              <a:t>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" y="4123944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412394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4A3B8"/>
                </a:solidFill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09651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Single-author git (credential sharing?)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09651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Monitor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" y="4507992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450799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4A3B8"/>
                </a:solidFill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448056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Varnish cold-start low hit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48056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Tuning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" y="4892040"/>
            <a:ext cx="658368" cy="182880"/>
          </a:xfrm>
          <a:prstGeom prst="rect">
            <a:avLst/>
          </a:prstGeom>
          <a:solidFill>
            <a:srgbClr val="0A0A0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48920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75569"/>
                </a:solidFill>
              </a:rPr>
              <a:t>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86460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firebase/jwt outdated version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86460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</a:rPr>
              <a:t>Patch Q3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1298448"/>
            <a:ext cx="5650992" cy="4901184"/>
          </a:xfrm>
          <a:prstGeom prst="rect">
            <a:avLst/>
          </a:prstGeom>
          <a:solidFill>
            <a:srgbClr val="080E1C"/>
          </a:solidFill>
          <a:ln w="635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1417320"/>
            <a:ext cx="5321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H2 2026 ROADMAP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1700784"/>
            <a:ext cx="5468112" cy="127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1792224"/>
            <a:ext cx="5321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IMMEDIATE (Jul 2026 — ~2h)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2121408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204825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Patch CVE-2024-34102 (Magento 2.4.7-p3)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2395728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232257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Remove phpinfo.php + fix world-writable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2670048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73952" y="259689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Block .git/ via Apache RewriteRule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2944368"/>
            <a:ext cx="5321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Q3 (Aug–Sep — Before Back-to-School)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7648" y="327355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3952" y="320040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Migrate to SSD storage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354787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3952" y="347472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Full ecomscan + security audit 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382219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73952" y="374904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Implement Magento 2FA + IP whitelist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27648" y="409651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3952" y="402336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Redis cluster + persistent sessions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27648" y="437083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429768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Full backup automation (daily/weekly)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1072" y="4645152"/>
            <a:ext cx="5321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Q4 (Oct–Dec 2026)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27648" y="497433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4901184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PHP 8.3 upgrade + dependency review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27648" y="524865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73952" y="5175504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Staging environment setup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27648" y="552297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73952" y="5449824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Elasticsearch for product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457200"/>
            <a:ext cx="6702552" cy="5943600"/>
          </a:xfrm>
          <a:prstGeom prst="rect">
            <a:avLst/>
          </a:prstGeom>
          <a:solidFill>
            <a:srgbClr val="05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2130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0A2A14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594360"/>
            <a:ext cx="2130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Audit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B6D4"/>
                </a:solidFill>
              </a:rPr>
              <a:t>TechnoStationery.com — July 7,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97480"/>
            <a:ext cx="5788152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 phases · 35 slides · 14 confidence-rated findings · Evidence-first 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91840"/>
            <a:ext cx="2635758" cy="365760"/>
          </a:xfrm>
          <a:prstGeom prst="rect">
            <a:avLst/>
          </a:prstGeom>
          <a:solidFill>
            <a:srgbClr val="06120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✓  Infrastructure Audited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2998" y="3291840"/>
            <a:ext cx="2635758" cy="365760"/>
          </a:xfrm>
          <a:prstGeom prst="rect">
            <a:avLst/>
          </a:prstGeom>
          <a:solidFill>
            <a:srgbClr val="06120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4438" y="333756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✓  Security Incident Investigated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3291840"/>
            <a:ext cx="2635758" cy="365760"/>
          </a:xfrm>
          <a:prstGeom prst="rect">
            <a:avLst/>
          </a:prstGeom>
          <a:solidFill>
            <a:srgbClr val="06120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333756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✓  Performance Analyzed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7394" y="3291840"/>
            <a:ext cx="2635758" cy="365760"/>
          </a:xfrm>
          <a:prstGeom prst="rect">
            <a:avLst/>
          </a:prstGeom>
          <a:solidFill>
            <a:srgbClr val="120E04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8834" y="333756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⚠  1 Critical CVE 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5317236" cy="2423160"/>
          </a:xfrm>
          <a:prstGeom prst="rect">
            <a:avLst/>
          </a:prstGeom>
          <a:solidFill>
            <a:srgbClr val="061008"/>
          </a:solidFill>
          <a:ln w="6350">
            <a:solidFill>
              <a:srgbClr val="0C2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50429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C55E"/>
                </a:solidFill>
              </a:rPr>
              <a:t>KEY ACHIEVEMENTS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69663"/>
            <a:ext cx="5134356" cy="12700"/>
          </a:xfrm>
          <a:prstGeom prst="rect">
            <a:avLst/>
          </a:prstGeom>
          <a:solidFill>
            <a:srgbClr val="0C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4325112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51960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↓ 86.5% server load — QoderCLI removed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4599432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26280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↑ 84.3% Redis cache hit rate (was 5.7%)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4873752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800600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18,141 Imunify FP resolved — 0 malware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5148071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74919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3/4 CVEs patched — Apr 11,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5422392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349240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fail2ban deployed — SSH hardened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5696712"/>
            <a:ext cx="6400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623560"/>
            <a:ext cx="49057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MariaDB buffer pool: 2GB (was 128MB)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3794760"/>
            <a:ext cx="5317236" cy="2423160"/>
          </a:xfrm>
          <a:prstGeom prst="rect">
            <a:avLst/>
          </a:prstGeom>
          <a:solidFill>
            <a:srgbClr val="120804"/>
          </a:solidFill>
          <a:ln w="6350">
            <a:solidFill>
              <a:srgbClr val="361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3886200"/>
            <a:ext cx="50429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IMMEDIATE ACTIONS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3076" y="4169663"/>
            <a:ext cx="5134356" cy="12700"/>
          </a:xfrm>
          <a:prstGeom prst="rect">
            <a:avLst/>
          </a:prstGeom>
          <a:solidFill>
            <a:srgbClr val="2A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6228" y="42519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F4444"/>
                </a:solidFill>
              </a:rPr>
              <a:t>[CRITICAL]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7476" y="4251960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Patch Magento XXE (CVE-2024-34102)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6228" y="45262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[HIGH]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7476" y="4526280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Remove phpinfo.php from 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6228" y="48006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[HIGH]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7476" y="4800600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Fix world-writable /pub/media/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6228" y="5074919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[HIGH]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7476" y="5074919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Block .git/ via Apache config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6228" y="53492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</a:rPr>
              <a:t>[MEDIUM]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7476" y="5349240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Rotate all API &amp; database credentials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6228" y="56235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[LOW]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7476" y="5623560"/>
            <a:ext cx="42199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Upgrade firebase/jwt dependency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83680"/>
            <a:ext cx="11365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TechnoStationery Executive Audit · Jan–Jul 2026 · CONFIDENTIAL · technostationery.com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